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Epic EHR Data Flow Overview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IT Application Controls Audit – End-to-End Data Lifecycle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End-to-End Data Flow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73152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Patient Registration (Hyperspace)</a:t>
            </a:r>
          </a:p>
          <a:p>
            <a:r>
              <a:t>- Required fields must be completed</a:t>
            </a:r>
          </a:p>
          <a:p>
            <a:r>
              <a:t>- Duplicate alerts may be overridden depending on workflow</a:t>
            </a:r>
          </a:p>
          <a:p/>
          <a:p>
            <a:r>
              <a:t>Clinical Processing (Chronicles)</a:t>
            </a:r>
          </a:p>
          <a:p>
            <a:r>
              <a:t>- Orders move through status changes</a:t>
            </a:r>
          </a:p>
          <a:p>
            <a:r>
              <a:t>- CDS rules trigger based on conditions</a:t>
            </a:r>
          </a:p>
          <a:p/>
          <a:p>
            <a:r>
              <a:t>Billing (Resolute)</a:t>
            </a:r>
          </a:p>
          <a:p>
            <a:r>
              <a:t>- Charges generated through routing logic</a:t>
            </a:r>
          </a:p>
          <a:p/>
          <a:p>
            <a:r>
              <a:t>Reporting (Clarity)</a:t>
            </a:r>
          </a:p>
          <a:p>
            <a:r>
              <a:t>- ETL runs nightly; failures may require manual follow-up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Control Coverage Mapping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73152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Input Controls:</a:t>
            </a:r>
          </a:p>
          <a:p>
            <a:r>
              <a:t>• EPIC-IN-01: Required field validation</a:t>
            </a:r>
          </a:p>
          <a:p>
            <a:r>
              <a:t>• EPIC-IN-02: Duplicate patient detection</a:t>
            </a:r>
          </a:p>
          <a:p>
            <a:r>
              <a:t>• EPIC-IN-03: Interface validation</a:t>
            </a:r>
          </a:p>
          <a:p>
            <a:r>
              <a:t>• EPIC-IN-04: Role-based input restrictions</a:t>
            </a:r>
          </a:p>
          <a:p/>
          <a:p>
            <a:r>
              <a:t>Processing Controls:</a:t>
            </a:r>
          </a:p>
          <a:p>
            <a:r>
              <a:t>• EPIC-PR-01: Order lifecycle processing</a:t>
            </a:r>
          </a:p>
          <a:p>
            <a:r>
              <a:t>• EPIC-PR-02: Clinical decision support</a:t>
            </a:r>
          </a:p>
          <a:p>
            <a:r>
              <a:t>• EPIC-PR-03: Charge generation accuracy</a:t>
            </a:r>
          </a:p>
          <a:p>
            <a:r>
              <a:t>• EPIC-PR-04: ETL monitoring</a:t>
            </a:r>
          </a:p>
          <a:p>
            <a:r>
              <a:t>• EPIC-PR-05: Change management</a:t>
            </a:r>
          </a:p>
          <a:p/>
          <a:p>
            <a:r>
              <a:t>Output Controls:</a:t>
            </a:r>
          </a:p>
          <a:p>
            <a:r>
              <a:t>• EPIC-OUT-01: Report accuracy</a:t>
            </a:r>
          </a:p>
          <a:p>
            <a:r>
              <a:t>• EPIC-OUT-02: Report access controls</a:t>
            </a:r>
          </a:p>
          <a:p>
            <a:r>
              <a:t>• EPIC-OUT-03: Report completeness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